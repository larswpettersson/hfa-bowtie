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CA02BA-0FB2-DA4B-8BBC-CE8B401E8468}" v="5" dt="2026-07-21T08:42:23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s Pettersson" userId="bbe8ee3e1743ce4e" providerId="LiveId" clId="{76C9B083-C5CE-54A4-81E8-16672380D724}"/>
    <pc:docChg chg="undo custSel addSld modSld">
      <pc:chgData name="Lars Pettersson" userId="bbe8ee3e1743ce4e" providerId="LiveId" clId="{76C9B083-C5CE-54A4-81E8-16672380D724}" dt="2026-07-21T08:42:43.766" v="108" actId="1076"/>
      <pc:docMkLst>
        <pc:docMk/>
      </pc:docMkLst>
      <pc:sldChg chg="addSp delSp modSp mod">
        <pc:chgData name="Lars Pettersson" userId="bbe8ee3e1743ce4e" providerId="LiveId" clId="{76C9B083-C5CE-54A4-81E8-16672380D724}" dt="2026-07-21T08:38:24.645" v="101" actId="1076"/>
        <pc:sldMkLst>
          <pc:docMk/>
          <pc:sldMk cId="2229421286" sldId="256"/>
        </pc:sldMkLst>
        <pc:spChg chg="del mod">
          <ac:chgData name="Lars Pettersson" userId="bbe8ee3e1743ce4e" providerId="LiveId" clId="{76C9B083-C5CE-54A4-81E8-16672380D724}" dt="2026-07-21T08:36:48.321" v="7" actId="478"/>
          <ac:spMkLst>
            <pc:docMk/>
            <pc:sldMk cId="2229421286" sldId="256"/>
            <ac:spMk id="2" creationId="{8633CE1F-46D6-4C5D-722B-8ED491A12EA1}"/>
          </ac:spMkLst>
        </pc:spChg>
        <pc:spChg chg="del">
          <ac:chgData name="Lars Pettersson" userId="bbe8ee3e1743ce4e" providerId="LiveId" clId="{76C9B083-C5CE-54A4-81E8-16672380D724}" dt="2026-07-21T08:38:08.462" v="99" actId="478"/>
          <ac:spMkLst>
            <pc:docMk/>
            <pc:sldMk cId="2229421286" sldId="256"/>
            <ac:spMk id="3" creationId="{97B709B2-4CA4-5ED4-8571-C30CBAFF8C51}"/>
          </ac:spMkLst>
        </pc:spChg>
        <pc:spChg chg="add mod">
          <ac:chgData name="Lars Pettersson" userId="bbe8ee3e1743ce4e" providerId="LiveId" clId="{76C9B083-C5CE-54A4-81E8-16672380D724}" dt="2026-07-21T08:37:20.299" v="29" actId="1037"/>
          <ac:spMkLst>
            <pc:docMk/>
            <pc:sldMk cId="2229421286" sldId="256"/>
            <ac:spMk id="7" creationId="{4F7C9FA6-E455-1F9A-D0B9-2597C6E6AE03}"/>
          </ac:spMkLst>
        </pc:spChg>
        <pc:spChg chg="add mod">
          <ac:chgData name="Lars Pettersson" userId="bbe8ee3e1743ce4e" providerId="LiveId" clId="{76C9B083-C5CE-54A4-81E8-16672380D724}" dt="2026-07-21T08:38:04.275" v="98" actId="20577"/>
          <ac:spMkLst>
            <pc:docMk/>
            <pc:sldMk cId="2229421286" sldId="256"/>
            <ac:spMk id="8" creationId="{E91A2B50-6056-2338-9CB8-F54DC642285F}"/>
          </ac:spMkLst>
        </pc:spChg>
        <pc:spChg chg="add mod">
          <ac:chgData name="Lars Pettersson" userId="bbe8ee3e1743ce4e" providerId="LiveId" clId="{76C9B083-C5CE-54A4-81E8-16672380D724}" dt="2026-07-21T08:38:24.645" v="101" actId="1076"/>
          <ac:spMkLst>
            <pc:docMk/>
            <pc:sldMk cId="2229421286" sldId="256"/>
            <ac:spMk id="9" creationId="{DC0D5131-CFBC-0F2C-A66E-C203F2406973}"/>
          </ac:spMkLst>
        </pc:spChg>
        <pc:picChg chg="mod">
          <ac:chgData name="Lars Pettersson" userId="bbe8ee3e1743ce4e" providerId="LiveId" clId="{76C9B083-C5CE-54A4-81E8-16672380D724}" dt="2026-07-21T08:37:14.178" v="10" actId="1076"/>
          <ac:picMkLst>
            <pc:docMk/>
            <pc:sldMk cId="2229421286" sldId="256"/>
            <ac:picMk id="4" creationId="{8D74F2F3-2506-219A-3B2F-A86409C898F1}"/>
          </ac:picMkLst>
        </pc:picChg>
        <pc:picChg chg="mod">
          <ac:chgData name="Lars Pettersson" userId="bbe8ee3e1743ce4e" providerId="LiveId" clId="{76C9B083-C5CE-54A4-81E8-16672380D724}" dt="2026-07-21T08:37:31.077" v="33" actId="1076"/>
          <ac:picMkLst>
            <pc:docMk/>
            <pc:sldMk cId="2229421286" sldId="256"/>
            <ac:picMk id="5" creationId="{1102BA4B-5EC1-811E-134E-111D302E2926}"/>
          </ac:picMkLst>
        </pc:picChg>
        <pc:picChg chg="add mod">
          <ac:chgData name="Lars Pettersson" userId="bbe8ee3e1743ce4e" providerId="LiveId" clId="{76C9B083-C5CE-54A4-81E8-16672380D724}" dt="2026-07-21T08:38:14.529" v="100" actId="1076"/>
          <ac:picMkLst>
            <pc:docMk/>
            <pc:sldMk cId="2229421286" sldId="256"/>
            <ac:picMk id="6" creationId="{1653F40B-3CED-9E34-5F19-25E1D727F3F7}"/>
          </ac:picMkLst>
        </pc:picChg>
      </pc:sldChg>
      <pc:sldChg chg="addSp modSp new mod">
        <pc:chgData name="Lars Pettersson" userId="bbe8ee3e1743ce4e" providerId="LiveId" clId="{76C9B083-C5CE-54A4-81E8-16672380D724}" dt="2026-07-21T08:42:43.766" v="108" actId="1076"/>
        <pc:sldMkLst>
          <pc:docMk/>
          <pc:sldMk cId="2676081444" sldId="257"/>
        </pc:sldMkLst>
        <pc:picChg chg="add mod">
          <ac:chgData name="Lars Pettersson" userId="bbe8ee3e1743ce4e" providerId="LiveId" clId="{76C9B083-C5CE-54A4-81E8-16672380D724}" dt="2026-07-21T08:42:43.766" v="108" actId="1076"/>
          <ac:picMkLst>
            <pc:docMk/>
            <pc:sldMk cId="2676081444" sldId="257"/>
            <ac:picMk id="4" creationId="{246BFC48-AB3C-00F5-2887-91658A85E46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FA20F-EC8A-1297-1B07-30D8198A4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829315-8E0A-5EE5-EB29-8AAA58AF33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3D5DFD-A8EE-6B2E-C265-2EE316829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EB1EE-7E34-D09B-2FD8-5529DCDB6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795A7-900F-5DD7-CC01-23B32E31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58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8C0B4-C05E-264D-AE5E-11041DF42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4568-1E94-82B7-1668-D8F2E85A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8B82B-1477-6BB3-D016-91276D7C8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98DD8-6A63-CCA0-C229-614B31B0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3A79C-20E9-8BCB-5120-F505ED10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38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33F4B-2570-C792-188E-D1188D45D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32AD6-8FA4-D6E2-68E0-DB636C467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8B58F-49C4-6E6D-EDFB-41EB334F7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3876D-AD79-4310-93B4-387D158B3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F36BB-1A3B-BB66-36F6-85B33B7CE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559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DD5F-54C3-3FED-6532-F3306B19D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511F3-5BF7-5CD4-40CB-4736BD52A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78073-B576-7529-F865-E66205F88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BCCCD-69C4-7A5F-66F9-5E2F64C81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FD673-4C2F-2512-0804-ECCB66041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DEDEA-55C1-6C25-A2FE-96632CC18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15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0E061-E56F-0D2C-482B-DF7EA1B47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5C17B8-E2EB-56C6-3124-E993C0E85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968D6-17D8-4BB6-86B8-A850FA115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B16D28-C7A5-0C49-E0D0-8080DC8EEF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A64D52-320A-D1EC-BAF6-ABA5ECB1BE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49E0FA-BB66-AC38-FB7F-66854C5B3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8A808-725F-5D14-8A71-E370E9AE9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533DA3-FC43-C2DC-6034-8018F069A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26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8E876-BE4B-B99B-2A5D-56452292C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D4C97B-3F6F-4C5D-833D-31CFA0F30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D96EE0-67A9-E786-C77A-999E42A4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380BEA-B1BA-8123-4628-CC91A0E44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970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69CF07-4F6D-6994-9DFB-B89FB8253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7F29EF-C780-B252-9C66-51A4A4283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A5D-FFE2-FC5C-3143-2EA79AB36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97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8507-3242-C54A-163E-368C21132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11959-54EC-D081-9B3E-4930A1CA3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9C893D-BEB5-959C-29FB-82E3EEDF93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391EF4-63A4-BA15-7756-BD36C815B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74D99-ADDB-6F0B-EFF0-48E50AB9F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987545-F3CF-25E4-D80F-DFE764A3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6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6B331-95F1-95CE-3012-D719760CF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93E4D1-C7D0-2083-6A50-897CCCB284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B4B2D5-4E82-E6C8-46D3-7BEA88AA80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0390CA-AA3D-908D-E91E-2E195218A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878269-A141-23AB-3DA3-9474CFE71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6C7AE-B237-8A05-F1AC-87CFC736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60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3592-EC3F-0DE6-84F0-327736D50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0A96B7-4AA1-DE04-6B5E-BC1BB0E172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A7514-471C-5791-AC84-E4A799A54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25AC0-FD8A-40A4-38F2-99B44C14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8351A-95D1-3391-A801-7BA92134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14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A8D190-806E-2FB7-A278-D3A485AE4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3E60B2-C7C5-C422-3279-C58811672E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1821-FC75-E031-A1E2-9D532022B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35919-5247-41DA-6175-2B3AEFCCE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DBDFC-6846-7BC4-AA7A-B01C4BAAA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09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FA7A91-785B-1534-2D71-04A79E6B4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5115E-3B35-C982-EE7F-988D5F4C2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25E7A-1B60-8D24-A242-1CE71CEDB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72FBC3-9AC7-554F-B508-118BD7145C7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0A4DA-50B8-A83D-336F-B4EB740C4B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14F75-A3E0-9AE0-4C58-345FFA206F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317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74F2F3-2506-219A-3B2F-A86409C89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83" y="369675"/>
            <a:ext cx="5219700" cy="4813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102BA4B-5EC1-811E-134E-111D302E2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895" y="1466629"/>
            <a:ext cx="3028092" cy="34803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53F40B-3CED-9E34-5F19-25E1D727F3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607" y="4947018"/>
            <a:ext cx="7772400" cy="18252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7C9FA6-E455-1F9A-D0B9-2597C6E6AE03}"/>
              </a:ext>
            </a:extLst>
          </p:cNvPr>
          <p:cNvSpPr txBox="1"/>
          <p:nvPr/>
        </p:nvSpPr>
        <p:spPr>
          <a:xfrm>
            <a:off x="370700" y="1235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1A2B50-6056-2338-9CB8-F54DC642285F}"/>
              </a:ext>
            </a:extLst>
          </p:cNvPr>
          <p:cNvSpPr txBox="1"/>
          <p:nvPr/>
        </p:nvSpPr>
        <p:spPr>
          <a:xfrm>
            <a:off x="6373724" y="11650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D5131-CFBC-0F2C-A66E-C203F2406973}"/>
              </a:ext>
            </a:extLst>
          </p:cNvPr>
          <p:cNvSpPr txBox="1"/>
          <p:nvPr/>
        </p:nvSpPr>
        <p:spPr>
          <a:xfrm>
            <a:off x="3862558" y="45776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29421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EB767-7400-47AA-2896-1453E2E9A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02EB-E747-6E5E-3C85-84E3D5617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6BFC48-AB3C-00F5-2887-91658A85E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31" y="94724"/>
            <a:ext cx="11614538" cy="666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081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</Words>
  <Application>Microsoft Macintosh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Lars Pettersson</dc:creator>
  <cp:lastModifiedBy>Lars Pettersson</cp:lastModifiedBy>
  <cp:revision>2</cp:revision>
  <dcterms:created xsi:type="dcterms:W3CDTF">2026-07-21T08:21:22Z</dcterms:created>
  <dcterms:modified xsi:type="dcterms:W3CDTF">2026-07-21T08:42:51Z</dcterms:modified>
</cp:coreProperties>
</file>