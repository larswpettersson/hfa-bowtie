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CA02BA-0FB2-DA4B-8BBC-CE8B401E8468}" v="15" dt="2026-07-21T21:23:00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58"/>
  </p:normalViewPr>
  <p:slideViewPr>
    <p:cSldViewPr snapToGrid="0">
      <p:cViewPr varScale="1">
        <p:scale>
          <a:sx n="120" d="100"/>
          <a:sy n="120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s Pettersson" userId="bbe8ee3e1743ce4e" providerId="LiveId" clId="{76C9B083-C5CE-54A4-81E8-16672380D724}"/>
    <pc:docChg chg="undo custSel addSld modSld">
      <pc:chgData name="Lars Pettersson" userId="bbe8ee3e1743ce4e" providerId="LiveId" clId="{76C9B083-C5CE-54A4-81E8-16672380D724}" dt="2026-07-21T21:24:18.875" v="545" actId="20577"/>
      <pc:docMkLst>
        <pc:docMk/>
      </pc:docMkLst>
      <pc:sldChg chg="addSp delSp modSp mod">
        <pc:chgData name="Lars Pettersson" userId="bbe8ee3e1743ce4e" providerId="LiveId" clId="{76C9B083-C5CE-54A4-81E8-16672380D724}" dt="2026-07-21T08:38:24.645" v="101" actId="1076"/>
        <pc:sldMkLst>
          <pc:docMk/>
          <pc:sldMk cId="2229421286" sldId="256"/>
        </pc:sldMkLst>
        <pc:spChg chg="del mod">
          <ac:chgData name="Lars Pettersson" userId="bbe8ee3e1743ce4e" providerId="LiveId" clId="{76C9B083-C5CE-54A4-81E8-16672380D724}" dt="2026-07-21T08:36:48.321" v="7" actId="478"/>
          <ac:spMkLst>
            <pc:docMk/>
            <pc:sldMk cId="2229421286" sldId="256"/>
            <ac:spMk id="2" creationId="{8633CE1F-46D6-4C5D-722B-8ED491A12EA1}"/>
          </ac:spMkLst>
        </pc:spChg>
        <pc:spChg chg="del">
          <ac:chgData name="Lars Pettersson" userId="bbe8ee3e1743ce4e" providerId="LiveId" clId="{76C9B083-C5CE-54A4-81E8-16672380D724}" dt="2026-07-21T08:38:08.462" v="99" actId="478"/>
          <ac:spMkLst>
            <pc:docMk/>
            <pc:sldMk cId="2229421286" sldId="256"/>
            <ac:spMk id="3" creationId="{97B709B2-4CA4-5ED4-8571-C30CBAFF8C51}"/>
          </ac:spMkLst>
        </pc:spChg>
        <pc:spChg chg="add mod">
          <ac:chgData name="Lars Pettersson" userId="bbe8ee3e1743ce4e" providerId="LiveId" clId="{76C9B083-C5CE-54A4-81E8-16672380D724}" dt="2026-07-21T08:37:20.299" v="29" actId="1037"/>
          <ac:spMkLst>
            <pc:docMk/>
            <pc:sldMk cId="2229421286" sldId="256"/>
            <ac:spMk id="7" creationId="{4F7C9FA6-E455-1F9A-D0B9-2597C6E6AE03}"/>
          </ac:spMkLst>
        </pc:spChg>
        <pc:spChg chg="add mod">
          <ac:chgData name="Lars Pettersson" userId="bbe8ee3e1743ce4e" providerId="LiveId" clId="{76C9B083-C5CE-54A4-81E8-16672380D724}" dt="2026-07-21T08:38:04.275" v="98" actId="20577"/>
          <ac:spMkLst>
            <pc:docMk/>
            <pc:sldMk cId="2229421286" sldId="256"/>
            <ac:spMk id="8" creationId="{E91A2B50-6056-2338-9CB8-F54DC642285F}"/>
          </ac:spMkLst>
        </pc:spChg>
        <pc:spChg chg="add mod">
          <ac:chgData name="Lars Pettersson" userId="bbe8ee3e1743ce4e" providerId="LiveId" clId="{76C9B083-C5CE-54A4-81E8-16672380D724}" dt="2026-07-21T08:38:24.645" v="101" actId="1076"/>
          <ac:spMkLst>
            <pc:docMk/>
            <pc:sldMk cId="2229421286" sldId="256"/>
            <ac:spMk id="9" creationId="{DC0D5131-CFBC-0F2C-A66E-C203F2406973}"/>
          </ac:spMkLst>
        </pc:spChg>
        <pc:picChg chg="mod">
          <ac:chgData name="Lars Pettersson" userId="bbe8ee3e1743ce4e" providerId="LiveId" clId="{76C9B083-C5CE-54A4-81E8-16672380D724}" dt="2026-07-21T08:37:14.178" v="10" actId="1076"/>
          <ac:picMkLst>
            <pc:docMk/>
            <pc:sldMk cId="2229421286" sldId="256"/>
            <ac:picMk id="4" creationId="{8D74F2F3-2506-219A-3B2F-A86409C898F1}"/>
          </ac:picMkLst>
        </pc:picChg>
        <pc:picChg chg="mod">
          <ac:chgData name="Lars Pettersson" userId="bbe8ee3e1743ce4e" providerId="LiveId" clId="{76C9B083-C5CE-54A4-81E8-16672380D724}" dt="2026-07-21T08:37:31.077" v="33" actId="1076"/>
          <ac:picMkLst>
            <pc:docMk/>
            <pc:sldMk cId="2229421286" sldId="256"/>
            <ac:picMk id="5" creationId="{1102BA4B-5EC1-811E-134E-111D302E2926}"/>
          </ac:picMkLst>
        </pc:picChg>
        <pc:picChg chg="add mod">
          <ac:chgData name="Lars Pettersson" userId="bbe8ee3e1743ce4e" providerId="LiveId" clId="{76C9B083-C5CE-54A4-81E8-16672380D724}" dt="2026-07-21T08:38:14.529" v="100" actId="1076"/>
          <ac:picMkLst>
            <pc:docMk/>
            <pc:sldMk cId="2229421286" sldId="256"/>
            <ac:picMk id="6" creationId="{1653F40B-3CED-9E34-5F19-25E1D727F3F7}"/>
          </ac:picMkLst>
        </pc:picChg>
      </pc:sldChg>
      <pc:sldChg chg="addSp modSp new mod">
        <pc:chgData name="Lars Pettersson" userId="bbe8ee3e1743ce4e" providerId="LiveId" clId="{76C9B083-C5CE-54A4-81E8-16672380D724}" dt="2026-07-21T08:42:43.766" v="108" actId="1076"/>
        <pc:sldMkLst>
          <pc:docMk/>
          <pc:sldMk cId="2676081444" sldId="257"/>
        </pc:sldMkLst>
        <pc:picChg chg="add mod">
          <ac:chgData name="Lars Pettersson" userId="bbe8ee3e1743ce4e" providerId="LiveId" clId="{76C9B083-C5CE-54A4-81E8-16672380D724}" dt="2026-07-21T08:42:43.766" v="108" actId="1076"/>
          <ac:picMkLst>
            <pc:docMk/>
            <pc:sldMk cId="2676081444" sldId="257"/>
            <ac:picMk id="4" creationId="{246BFC48-AB3C-00F5-2887-91658A85E46D}"/>
          </ac:picMkLst>
        </pc:picChg>
      </pc:sldChg>
      <pc:sldChg chg="addSp delSp modSp new mod">
        <pc:chgData name="Lars Pettersson" userId="bbe8ee3e1743ce4e" providerId="LiveId" clId="{76C9B083-C5CE-54A4-81E8-16672380D724}" dt="2026-07-21T19:30:03.427" v="222" actId="20577"/>
        <pc:sldMkLst>
          <pc:docMk/>
          <pc:sldMk cId="3747206509" sldId="258"/>
        </pc:sldMkLst>
        <pc:spChg chg="mod">
          <ac:chgData name="Lars Pettersson" userId="bbe8ee3e1743ce4e" providerId="LiveId" clId="{76C9B083-C5CE-54A4-81E8-16672380D724}" dt="2026-07-21T19:30:03.427" v="222" actId="20577"/>
          <ac:spMkLst>
            <pc:docMk/>
            <pc:sldMk cId="3747206509" sldId="258"/>
            <ac:spMk id="2" creationId="{F3565B0E-85EC-C1F0-9D40-0C6F287C30EB}"/>
          </ac:spMkLst>
        </pc:spChg>
        <pc:spChg chg="del">
          <ac:chgData name="Lars Pettersson" userId="bbe8ee3e1743ce4e" providerId="LiveId" clId="{76C9B083-C5CE-54A4-81E8-16672380D724}" dt="2026-07-21T19:21:53.582" v="121" actId="478"/>
          <ac:spMkLst>
            <pc:docMk/>
            <pc:sldMk cId="3747206509" sldId="258"/>
            <ac:spMk id="3" creationId="{63BF095E-2ECE-6E95-0543-AB1FCB1518B2}"/>
          </ac:spMkLst>
        </pc:spChg>
        <pc:picChg chg="add mod">
          <ac:chgData name="Lars Pettersson" userId="bbe8ee3e1743ce4e" providerId="LiveId" clId="{76C9B083-C5CE-54A4-81E8-16672380D724}" dt="2026-07-21T19:22:23.562" v="200" actId="1076"/>
          <ac:picMkLst>
            <pc:docMk/>
            <pc:sldMk cId="3747206509" sldId="258"/>
            <ac:picMk id="4" creationId="{50054214-4128-FA97-4963-AE24CC8545D9}"/>
          </ac:picMkLst>
        </pc:picChg>
      </pc:sldChg>
      <pc:sldChg chg="addSp delSp modSp new mod">
        <pc:chgData name="Lars Pettersson" userId="bbe8ee3e1743ce4e" providerId="LiveId" clId="{76C9B083-C5CE-54A4-81E8-16672380D724}" dt="2026-07-21T19:30:15.385" v="237" actId="20577"/>
        <pc:sldMkLst>
          <pc:docMk/>
          <pc:sldMk cId="3679306684" sldId="259"/>
        </pc:sldMkLst>
        <pc:spChg chg="mod">
          <ac:chgData name="Lars Pettersson" userId="bbe8ee3e1743ce4e" providerId="LiveId" clId="{76C9B083-C5CE-54A4-81E8-16672380D724}" dt="2026-07-21T19:30:15.385" v="237" actId="20577"/>
          <ac:spMkLst>
            <pc:docMk/>
            <pc:sldMk cId="3679306684" sldId="259"/>
            <ac:spMk id="2" creationId="{F1CECDB1-7D3A-7A83-5B7D-A007AB72549C}"/>
          </ac:spMkLst>
        </pc:spChg>
        <pc:spChg chg="del">
          <ac:chgData name="Lars Pettersson" userId="bbe8ee3e1743ce4e" providerId="LiveId" clId="{76C9B083-C5CE-54A4-81E8-16672380D724}" dt="2026-07-21T19:29:39.822" v="202"/>
          <ac:spMkLst>
            <pc:docMk/>
            <pc:sldMk cId="3679306684" sldId="259"/>
            <ac:spMk id="3" creationId="{46F1EA74-9666-44F5-4C4C-CCB403A2C265}"/>
          </ac:spMkLst>
        </pc:spChg>
        <pc:picChg chg="add mod">
          <ac:chgData name="Lars Pettersson" userId="bbe8ee3e1743ce4e" providerId="LiveId" clId="{76C9B083-C5CE-54A4-81E8-16672380D724}" dt="2026-07-21T19:29:39.822" v="202"/>
          <ac:picMkLst>
            <pc:docMk/>
            <pc:sldMk cId="3679306684" sldId="259"/>
            <ac:picMk id="4" creationId="{5D2584DA-DC7E-8B34-683C-9704D8C5F166}"/>
          </ac:picMkLst>
        </pc:picChg>
      </pc:sldChg>
      <pc:sldChg chg="addSp delSp modSp new mod">
        <pc:chgData name="Lars Pettersson" userId="bbe8ee3e1743ce4e" providerId="LiveId" clId="{76C9B083-C5CE-54A4-81E8-16672380D724}" dt="2026-07-21T19:30:58.098" v="261" actId="20577"/>
        <pc:sldMkLst>
          <pc:docMk/>
          <pc:sldMk cId="1360940721" sldId="260"/>
        </pc:sldMkLst>
        <pc:spChg chg="mod">
          <ac:chgData name="Lars Pettersson" userId="bbe8ee3e1743ce4e" providerId="LiveId" clId="{76C9B083-C5CE-54A4-81E8-16672380D724}" dt="2026-07-21T19:30:58.098" v="261" actId="20577"/>
          <ac:spMkLst>
            <pc:docMk/>
            <pc:sldMk cId="1360940721" sldId="260"/>
            <ac:spMk id="2" creationId="{38491A15-B9B9-97A3-92B4-CAE77F2E2C29}"/>
          </ac:spMkLst>
        </pc:spChg>
        <pc:spChg chg="del">
          <ac:chgData name="Lars Pettersson" userId="bbe8ee3e1743ce4e" providerId="LiveId" clId="{76C9B083-C5CE-54A4-81E8-16672380D724}" dt="2026-07-21T19:30:42.103" v="244"/>
          <ac:spMkLst>
            <pc:docMk/>
            <pc:sldMk cId="1360940721" sldId="260"/>
            <ac:spMk id="3" creationId="{4667A593-5957-FF1E-B6DF-6A8C08F38635}"/>
          </ac:spMkLst>
        </pc:spChg>
        <pc:picChg chg="add">
          <ac:chgData name="Lars Pettersson" userId="bbe8ee3e1743ce4e" providerId="LiveId" clId="{76C9B083-C5CE-54A4-81E8-16672380D724}" dt="2026-07-21T19:30:39.695" v="243"/>
          <ac:picMkLst>
            <pc:docMk/>
            <pc:sldMk cId="1360940721" sldId="260"/>
            <ac:picMk id="4" creationId="{581EE6AA-536A-7C5C-B0C5-E135B6F58E85}"/>
          </ac:picMkLst>
        </pc:picChg>
        <pc:picChg chg="add mod">
          <ac:chgData name="Lars Pettersson" userId="bbe8ee3e1743ce4e" providerId="LiveId" clId="{76C9B083-C5CE-54A4-81E8-16672380D724}" dt="2026-07-21T19:30:42.103" v="244"/>
          <ac:picMkLst>
            <pc:docMk/>
            <pc:sldMk cId="1360940721" sldId="260"/>
            <ac:picMk id="5" creationId="{BEABF87E-C70D-9F6A-7E5C-93B2F011562F}"/>
          </ac:picMkLst>
        </pc:picChg>
      </pc:sldChg>
      <pc:sldChg chg="addSp delSp modSp new mod">
        <pc:chgData name="Lars Pettersson" userId="bbe8ee3e1743ce4e" providerId="LiveId" clId="{76C9B083-C5CE-54A4-81E8-16672380D724}" dt="2026-07-21T19:56:20.799" v="309" actId="1076"/>
        <pc:sldMkLst>
          <pc:docMk/>
          <pc:sldMk cId="3762900069" sldId="261"/>
        </pc:sldMkLst>
        <pc:spChg chg="mod">
          <ac:chgData name="Lars Pettersson" userId="bbe8ee3e1743ce4e" providerId="LiveId" clId="{76C9B083-C5CE-54A4-81E8-16672380D724}" dt="2026-07-21T19:47:32.945" v="301" actId="20577"/>
          <ac:spMkLst>
            <pc:docMk/>
            <pc:sldMk cId="3762900069" sldId="261"/>
            <ac:spMk id="2" creationId="{A10DAAD5-D6ED-BFCC-B880-C576B6937BC3}"/>
          </ac:spMkLst>
        </pc:spChg>
        <pc:spChg chg="del">
          <ac:chgData name="Lars Pettersson" userId="bbe8ee3e1743ce4e" providerId="LiveId" clId="{76C9B083-C5CE-54A4-81E8-16672380D724}" dt="2026-07-21T19:47:34.579" v="302"/>
          <ac:spMkLst>
            <pc:docMk/>
            <pc:sldMk cId="3762900069" sldId="261"/>
            <ac:spMk id="3" creationId="{1B873FFD-A2B5-3F7A-8C7E-4D091B179FD4}"/>
          </ac:spMkLst>
        </pc:spChg>
        <pc:picChg chg="add mod">
          <ac:chgData name="Lars Pettersson" userId="bbe8ee3e1743ce4e" providerId="LiveId" clId="{76C9B083-C5CE-54A4-81E8-16672380D724}" dt="2026-07-21T19:47:57.373" v="303" actId="1076"/>
          <ac:picMkLst>
            <pc:docMk/>
            <pc:sldMk cId="3762900069" sldId="261"/>
            <ac:picMk id="4" creationId="{8741317B-D7ED-B9E7-07C9-6A9F48B48040}"/>
          </ac:picMkLst>
        </pc:picChg>
        <pc:picChg chg="add mod">
          <ac:chgData name="Lars Pettersson" userId="bbe8ee3e1743ce4e" providerId="LiveId" clId="{76C9B083-C5CE-54A4-81E8-16672380D724}" dt="2026-07-21T19:48:01.622" v="305" actId="1076"/>
          <ac:picMkLst>
            <pc:docMk/>
            <pc:sldMk cId="3762900069" sldId="261"/>
            <ac:picMk id="5" creationId="{A1EA77B2-1690-C991-E211-5DD67C1A2D7A}"/>
          </ac:picMkLst>
        </pc:picChg>
        <pc:picChg chg="add mod">
          <ac:chgData name="Lars Pettersson" userId="bbe8ee3e1743ce4e" providerId="LiveId" clId="{76C9B083-C5CE-54A4-81E8-16672380D724}" dt="2026-07-21T19:56:20.799" v="309" actId="1076"/>
          <ac:picMkLst>
            <pc:docMk/>
            <pc:sldMk cId="3762900069" sldId="261"/>
            <ac:picMk id="6" creationId="{39ADA52D-F07E-7A11-8007-0385700D11ED}"/>
          </ac:picMkLst>
        </pc:picChg>
      </pc:sldChg>
      <pc:sldChg chg="modSp new mod">
        <pc:chgData name="Lars Pettersson" userId="bbe8ee3e1743ce4e" providerId="LiveId" clId="{76C9B083-C5CE-54A4-81E8-16672380D724}" dt="2026-07-21T20:48:28.411" v="365" actId="27636"/>
        <pc:sldMkLst>
          <pc:docMk/>
          <pc:sldMk cId="3811551630" sldId="262"/>
        </pc:sldMkLst>
        <pc:spChg chg="mod">
          <ac:chgData name="Lars Pettersson" userId="bbe8ee3e1743ce4e" providerId="LiveId" clId="{76C9B083-C5CE-54A4-81E8-16672380D724}" dt="2026-07-21T20:48:26.844" v="363" actId="20577"/>
          <ac:spMkLst>
            <pc:docMk/>
            <pc:sldMk cId="3811551630" sldId="262"/>
            <ac:spMk id="2" creationId="{5C4C6A4B-A9A6-09E8-6BF4-2F3F16730C4D}"/>
          </ac:spMkLst>
        </pc:spChg>
        <pc:spChg chg="mod">
          <ac:chgData name="Lars Pettersson" userId="bbe8ee3e1743ce4e" providerId="LiveId" clId="{76C9B083-C5CE-54A4-81E8-16672380D724}" dt="2026-07-21T20:48:28.411" v="365" actId="27636"/>
          <ac:spMkLst>
            <pc:docMk/>
            <pc:sldMk cId="3811551630" sldId="262"/>
            <ac:spMk id="3" creationId="{8835C56B-BA69-4DE7-8A10-AC5FB8BA44D0}"/>
          </ac:spMkLst>
        </pc:spChg>
      </pc:sldChg>
      <pc:sldChg chg="modSp new mod">
        <pc:chgData name="Lars Pettersson" userId="bbe8ee3e1743ce4e" providerId="LiveId" clId="{76C9B083-C5CE-54A4-81E8-16672380D724}" dt="2026-07-21T21:24:18.875" v="545" actId="20577"/>
        <pc:sldMkLst>
          <pc:docMk/>
          <pc:sldMk cId="59111721" sldId="263"/>
        </pc:sldMkLst>
        <pc:spChg chg="mod">
          <ac:chgData name="Lars Pettersson" userId="bbe8ee3e1743ce4e" providerId="LiveId" clId="{76C9B083-C5CE-54A4-81E8-16672380D724}" dt="2026-07-21T21:22:57.886" v="391" actId="20577"/>
          <ac:spMkLst>
            <pc:docMk/>
            <pc:sldMk cId="59111721" sldId="263"/>
            <ac:spMk id="2" creationId="{C6CFE8D1-969A-BDF5-E496-43644B08DA0B}"/>
          </ac:spMkLst>
        </pc:spChg>
        <pc:spChg chg="mod">
          <ac:chgData name="Lars Pettersson" userId="bbe8ee3e1743ce4e" providerId="LiveId" clId="{76C9B083-C5CE-54A4-81E8-16672380D724}" dt="2026-07-21T21:24:18.875" v="545" actId="20577"/>
          <ac:spMkLst>
            <pc:docMk/>
            <pc:sldMk cId="59111721" sldId="263"/>
            <ac:spMk id="3" creationId="{33E41D33-D379-6209-A358-C75E0902B1F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A20F-EC8A-1297-1B07-30D8198A4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29315-8E0A-5EE5-EB29-8AAA58AF3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D5DFD-A8EE-6B2E-C265-2EE31682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FBC3-9AC7-554F-B508-118BD7145C7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EB1EE-7E34-D09B-2FD8-5529DCDB6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795A7-900F-5DD7-CC01-23B32E319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E0188-2B93-0749-947F-5C45CD2A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C0B4-C05E-264D-AE5E-11041DF4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84568-1E94-82B7-1668-D8F2E85A6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8B82B-1477-6BB3-D016-91276D7C8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FBC3-9AC7-554F-B508-118BD7145C7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98DD8-6A63-CCA0-C229-614B31B0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3A79C-20E9-8BCB-5120-F505ED10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E0188-2B93-0749-947F-5C45CD2A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38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33F4B-2570-C792-188E-D1188D45D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32AD6-8FA4-D6E2-68E0-DB636C467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8B58F-49C4-6E6D-EDFB-41EB334F7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FBC3-9AC7-554F-B508-118BD7145C7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3876D-AD79-4310-93B4-387D158B3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F36BB-1A3B-BB66-36F6-85B33B7CE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E0188-2B93-0749-947F-5C45CD2A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59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DD5F-54C3-3FED-6532-F3306B19D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511F3-5BF7-5CD4-40CB-4736BD52A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78073-B576-7529-F865-E66205F88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BCCCD-69C4-7A5F-66F9-5E2F64C81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FBC3-9AC7-554F-B508-118BD7145C7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FD673-4C2F-2512-0804-ECCB66041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DEDEA-55C1-6C25-A2FE-96632CC18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E0188-2B93-0749-947F-5C45CD2A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1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0E061-E56F-0D2C-482B-DF7EA1B4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C17B8-E2EB-56C6-3124-E993C0E85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968D6-17D8-4BB6-86B8-A850FA115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B16D28-C7A5-0C49-E0D0-8080DC8EE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64D52-320A-D1EC-BAF6-ABA5ECB1BE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49E0FA-BB66-AC38-FB7F-66854C5B3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FBC3-9AC7-554F-B508-118BD7145C7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48A808-725F-5D14-8A71-E370E9AE9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533DA3-FC43-C2DC-6034-8018F069A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E0188-2B93-0749-947F-5C45CD2A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26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E876-BE4B-B99B-2A5D-56452292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4C97B-3F6F-4C5D-833D-31CFA0F30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FBC3-9AC7-554F-B508-118BD7145C7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D96EE0-67A9-E786-C77A-999E42A4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380BEA-B1BA-8123-4628-CC91A0E44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E0188-2B93-0749-947F-5C45CD2A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70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69CF07-4F6D-6994-9DFB-B89FB8253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FBC3-9AC7-554F-B508-118BD7145C7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7F29EF-C780-B252-9C66-51A4A4283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21A5D-FFE2-FC5C-3143-2EA79AB3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E0188-2B93-0749-947F-5C45CD2A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9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8507-3242-C54A-163E-368C2113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11959-54EC-D081-9B3E-4930A1CA3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C893D-BEB5-959C-29FB-82E3EEDF9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91EF4-63A4-BA15-7756-BD36C815B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FBC3-9AC7-554F-B508-118BD7145C7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74D99-ADDB-6F0B-EFF0-48E50AB9F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87545-F3CF-25E4-D80F-DFE764A3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E0188-2B93-0749-947F-5C45CD2A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6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6B331-95F1-95CE-3012-D719760CF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93E4D1-C7D0-2083-6A50-897CCCB28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4B2D5-4E82-E6C8-46D3-7BEA88AA8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390CA-AA3D-908D-E91E-2E195218A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FBC3-9AC7-554F-B508-118BD7145C7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78269-A141-23AB-3DA3-9474CFE7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6C7AE-B237-8A05-F1AC-87CFC736F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E0188-2B93-0749-947F-5C45CD2A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01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C3592-EC3F-0DE6-84F0-327736D5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A96B7-4AA1-DE04-6B5E-BC1BB0E17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A7514-471C-5791-AC84-E4A799A54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FBC3-9AC7-554F-B508-118BD7145C7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25AC0-FD8A-40A4-38F2-99B44C141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8351A-95D1-3391-A801-7BA92134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E0188-2B93-0749-947F-5C45CD2A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4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A8D190-806E-2FB7-A278-D3A485AE4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E60B2-C7C5-C422-3279-C58811672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81821-FC75-E031-A1E2-9D532022B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FBC3-9AC7-554F-B508-118BD7145C7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35919-5247-41DA-6175-2B3AEFCCE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DBDFC-6846-7BC4-AA7A-B01C4BAAA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E0188-2B93-0749-947F-5C45CD2A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09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FA7A91-785B-1534-2D71-04A79E6B4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5115E-3B35-C982-EE7F-988D5F4C2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5E7A-1B60-8D24-A242-1CE71CEDBF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72FBC3-9AC7-554F-B508-118BD7145C7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0A4DA-50B8-A83D-336F-B4EB740C4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14F75-A3E0-9AE0-4C58-345FFA206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E0188-2B93-0749-947F-5C45CD2A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1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enpot/penpot/issues" TargetMode="External"/><Relationship Id="rId2" Type="http://schemas.openxmlformats.org/officeDocument/2006/relationships/hyperlink" Target="https://community.penpot.app/t/improvements-on-the-components-variants-system/1008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penpot/penpot/pull/3750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74F2F3-2506-219A-3B2F-A86409C89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83" y="369675"/>
            <a:ext cx="5219700" cy="4813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02BA4B-5EC1-811E-134E-111D302E2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895" y="1466629"/>
            <a:ext cx="3028092" cy="34803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53F40B-3CED-9E34-5F19-25E1D727F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607" y="4947018"/>
            <a:ext cx="7772400" cy="1825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7C9FA6-E455-1F9A-D0B9-2597C6E6AE03}"/>
              </a:ext>
            </a:extLst>
          </p:cNvPr>
          <p:cNvSpPr txBox="1"/>
          <p:nvPr/>
        </p:nvSpPr>
        <p:spPr>
          <a:xfrm>
            <a:off x="370700" y="1235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1A2B50-6056-2338-9CB8-F54DC642285F}"/>
              </a:ext>
            </a:extLst>
          </p:cNvPr>
          <p:cNvSpPr txBox="1"/>
          <p:nvPr/>
        </p:nvSpPr>
        <p:spPr>
          <a:xfrm>
            <a:off x="6373724" y="116500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0D5131-CFBC-0F2C-A66E-C203F2406973}"/>
              </a:ext>
            </a:extLst>
          </p:cNvPr>
          <p:cNvSpPr txBox="1"/>
          <p:nvPr/>
        </p:nvSpPr>
        <p:spPr>
          <a:xfrm>
            <a:off x="3862558" y="45776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29421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EB767-7400-47AA-2896-1453E2E9A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102EB-E747-6E5E-3C85-84E3D5617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6BFC48-AB3C-00F5-2887-91658A85E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31" y="94724"/>
            <a:ext cx="11614538" cy="66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081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65B0E-85EC-C1F0-9D40-0C6F287C3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 the design system library HFA 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054214-4128-FA97-4963-AE24CC854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092" y="1487504"/>
            <a:ext cx="7772400" cy="511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206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ECDB1-7D3A-7A83-5B7D-A007AB725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order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2584DA-DC7E-8B34-683C-9704D8C5F1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0304" y="1825625"/>
            <a:ext cx="481139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06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91A15-B9B9-97A3-92B4-CAE77F2E2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 To-dos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ABF87E-C70D-9F6A-7E5C-93B2F01156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6350" y="1918494"/>
            <a:ext cx="9639300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40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DAAD5-D6ED-BFCC-B880-C576B6937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completely smooth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41317B-D7ED-B9E7-07C9-6A9F48B48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6840"/>
            <a:ext cx="4711700" cy="1092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EA77B2-1690-C991-E211-5DD67C1A2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906" y="1628775"/>
            <a:ext cx="5054600" cy="4864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ADA52D-F07E-7A11-8007-0385700D1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386" y="3255192"/>
            <a:ext cx="4381514" cy="347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00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C6A4B-A9A6-09E8-6BF4-2F3F16730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swap – need of 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5C56B-BA69-4DE7-8A10-AC5FB8BA4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Title:</a:t>
            </a:r>
            <a:r>
              <a:rPr lang="en-US" dirty="0"/>
              <a:t> Swap component picker should show variant property values, not duplicate component names</a:t>
            </a:r>
          </a:p>
          <a:p>
            <a:r>
              <a:rPr lang="en-US" b="1" dirty="0"/>
              <a:t>Problem:</a:t>
            </a:r>
            <a:r>
              <a:rPr lang="en-US" dirty="0"/>
              <a:t> When swapping to a component with variants (e.g. HFA DS </a:t>
            </a:r>
            <a:r>
              <a:rPr lang="en-US" b="1" dirty="0"/>
              <a:t>Action Button</a:t>
            </a:r>
            <a:r>
              <a:rPr lang="en-US" dirty="0"/>
              <a:t>), the picker lists many rows all named “Action Button” with no Type/State (or Strength/Status) labels — indistinguishable without trial and error.</a:t>
            </a:r>
          </a:p>
          <a:p>
            <a:r>
              <a:rPr lang="en-US" b="1" dirty="0"/>
              <a:t>Expected:</a:t>
            </a:r>
            <a:r>
              <a:rPr lang="en-US" dirty="0"/>
              <a:t> Each row shows variant props (e.g. Action Button · Cause · Unselected) or groups variants under one entry with a variant selector in the picker.</a:t>
            </a:r>
          </a:p>
          <a:p>
            <a:r>
              <a:rPr lang="en-US" b="1" dirty="0"/>
              <a:t>Workaround today:</a:t>
            </a:r>
            <a:r>
              <a:rPr lang="en-US" dirty="0"/>
              <a:t> Swap to any entry in the family, then set </a:t>
            </a:r>
            <a:r>
              <a:rPr lang="en-US" b="1" dirty="0"/>
              <a:t>Type / State</a:t>
            </a:r>
            <a:r>
              <a:rPr lang="en-US" dirty="0"/>
              <a:t> (or other props) in the Design panel.</a:t>
            </a:r>
          </a:p>
          <a:p>
            <a:r>
              <a:rPr lang="en-US" b="1" dirty="0"/>
              <a:t>Where to file:</a:t>
            </a:r>
            <a:endParaRPr lang="en-US" dirty="0"/>
          </a:p>
          <a:p>
            <a:pPr lvl="0"/>
            <a:r>
              <a:rPr lang="en-US" dirty="0"/>
              <a:t>Comment on the </a:t>
            </a:r>
            <a:r>
              <a:rPr lang="en-US" dirty="0">
                <a:hlinkClick r:id="rId2"/>
              </a:rPr>
              <a:t>community thread</a:t>
            </a:r>
            <a:r>
              <a:rPr lang="en-US" dirty="0"/>
              <a:t>, or</a:t>
            </a:r>
          </a:p>
          <a:p>
            <a:pPr lvl="0"/>
            <a:r>
              <a:rPr lang="en-US" dirty="0"/>
              <a:t>New issue at </a:t>
            </a:r>
            <a:r>
              <a:rPr lang="en-US" dirty="0">
                <a:hlinkClick r:id="rId3"/>
              </a:rPr>
              <a:t>github.com/penpot/penpot/issues</a:t>
            </a:r>
            <a:r>
              <a:rPr lang="en-US" dirty="0"/>
              <a:t> with label enhancement and a screenshot like yours.</a:t>
            </a:r>
          </a:p>
          <a:p>
            <a:r>
              <a:rPr lang="en-US" dirty="0"/>
              <a:t>That’s a fair report — the swap search was improved in </a:t>
            </a:r>
            <a:r>
              <a:rPr lang="en-US" dirty="0">
                <a:hlinkClick r:id="rId4"/>
              </a:rPr>
              <a:t>PR #3750</a:t>
            </a:r>
            <a:r>
              <a:rPr lang="en-US" dirty="0"/>
              <a:t>, but </a:t>
            </a:r>
            <a:r>
              <a:rPr lang="en-US" b="1" dirty="0"/>
              <a:t>variant labels in the swap list</a:t>
            </a:r>
            <a:r>
              <a:rPr lang="en-US" dirty="0"/>
              <a:t> still aren’t there.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51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FE8D1-969A-BDF5-E496-43644B08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MCP Bug?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1D33-D379-6209-A358-C75E0902B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err="1"/>
              <a:t>Penpot</a:t>
            </a:r>
            <a:r>
              <a:rPr lang="en-US" b="1" dirty="0"/>
              <a:t> (</a:t>
            </a:r>
            <a:r>
              <a:rPr lang="en-US" b="1" dirty="0" err="1"/>
              <a:t>github.com</a:t>
            </a:r>
            <a:r>
              <a:rPr lang="en-US" b="1" dirty="0"/>
              <a:t>/</a:t>
            </a:r>
            <a:r>
              <a:rPr lang="en-US" b="1" dirty="0" err="1"/>
              <a:t>penpot</a:t>
            </a:r>
            <a:r>
              <a:rPr lang="en-US" b="1" dirty="0"/>
              <a:t>/</a:t>
            </a:r>
            <a:r>
              <a:rPr lang="en-US" b="1" dirty="0" err="1"/>
              <a:t>penpot</a:t>
            </a:r>
            <a:r>
              <a:rPr lang="en-US" b="1" dirty="0"/>
              <a:t>) — bugs</a:t>
            </a:r>
            <a:endParaRPr lang="en-US" dirty="0"/>
          </a:p>
          <a:p>
            <a:pPr lvl="0"/>
            <a:r>
              <a:rPr lang="en-US" dirty="0"/>
              <a:t>Connected library sometimes shows inflated component count (69 vs 13) until reload</a:t>
            </a:r>
          </a:p>
          <a:p>
            <a:pPr lvl="0"/>
            <a:r>
              <a:rPr lang="en-US" dirty="0"/>
              <a:t>Swap fails with generic “Something wrong has happened” until library cache refresh</a:t>
            </a:r>
          </a:p>
          <a:p>
            <a:r>
              <a:rPr lang="en-US" b="1" dirty="0" err="1"/>
              <a:t>Penpot</a:t>
            </a:r>
            <a:r>
              <a:rPr lang="en-US" b="1" dirty="0"/>
              <a:t> — enhancement</a:t>
            </a:r>
            <a:r>
              <a:rPr lang="en-US" dirty="0"/>
              <a:t> 3. Swap picker should show variant props (Type/State, etc.) when a component has variants (HR.: not sure about this one – makes the interface </a:t>
            </a:r>
            <a:r>
              <a:rPr lang="en-US" dirty="0" err="1"/>
              <a:t>clutered</a:t>
            </a:r>
            <a:r>
              <a:rPr lang="en-US" dirty="0"/>
              <a:t> – but great feature if it </a:t>
            </a:r>
            <a:r>
              <a:rPr lang="en-US"/>
              <a:t>works in </a:t>
            </a:r>
            <a:r>
              <a:rPr lang="en-US" dirty="0"/>
              <a:t>MCP)</a:t>
            </a:r>
          </a:p>
          <a:p>
            <a:r>
              <a:rPr lang="en-US" b="1" dirty="0" err="1"/>
              <a:t>Penpot</a:t>
            </a:r>
            <a:r>
              <a:rPr lang="en-US" b="1" dirty="0"/>
              <a:t> MCP / plugin (if you use Cursor’s </a:t>
            </a:r>
            <a:r>
              <a:rPr lang="en-US" b="1" dirty="0" err="1"/>
              <a:t>Penpot</a:t>
            </a:r>
            <a:r>
              <a:rPr lang="en-US" b="1" dirty="0"/>
              <a:t> MCP) — bug</a:t>
            </a:r>
            <a:r>
              <a:rPr lang="en-US" dirty="0"/>
              <a:t> 4. </a:t>
            </a:r>
            <a:r>
              <a:rPr lang="en-US" dirty="0" err="1"/>
              <a:t>swapComponent</a:t>
            </a:r>
            <a:r>
              <a:rPr lang="en-US" dirty="0"/>
              <a:t>() succeeds but doesn’t change component().</a:t>
            </a:r>
            <a:r>
              <a:rPr lang="en-US" dirty="0" err="1"/>
              <a:t>libraryId</a:t>
            </a:r>
            <a:r>
              <a:rPr lang="en-US" dirty="0"/>
              <a:t> cross-library</a:t>
            </a:r>
            <a:br>
              <a:rPr lang="en-US" dirty="0"/>
            </a:br>
            <a:r>
              <a:rPr lang="en-US" dirty="0"/>
              <a:t>5. </a:t>
            </a:r>
            <a:r>
              <a:rPr lang="en-US" dirty="0" err="1"/>
              <a:t>LibraryComponent.instance</a:t>
            </a:r>
            <a:r>
              <a:rPr lang="en-US" dirty="0"/>
              <a:t>() returns non-usable shapes from connected libraries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11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333</Words>
  <Application>Microsoft Macintosh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Refactoring the design system library HFA DS</vt:lpstr>
      <vt:lpstr>Execution order</vt:lpstr>
      <vt:lpstr>Plan To-dos</vt:lpstr>
      <vt:lpstr>Not completely smooth</vt:lpstr>
      <vt:lpstr>Component swap – need of UX</vt:lpstr>
      <vt:lpstr>Possible MCP Bug?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 Pettersson</dc:creator>
  <cp:lastModifiedBy>Lars Pettersson</cp:lastModifiedBy>
  <cp:revision>2</cp:revision>
  <dcterms:created xsi:type="dcterms:W3CDTF">2026-07-21T08:21:22Z</dcterms:created>
  <dcterms:modified xsi:type="dcterms:W3CDTF">2026-07-21T21:24:22Z</dcterms:modified>
</cp:coreProperties>
</file>